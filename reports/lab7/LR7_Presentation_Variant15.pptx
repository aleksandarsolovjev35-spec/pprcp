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_context_go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_architecture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_data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_portal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fgos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_visual_d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_crypto_sign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_analytics_ex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_interactive_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_testing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_conclusion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