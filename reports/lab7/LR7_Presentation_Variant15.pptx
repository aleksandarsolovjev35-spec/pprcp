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1155680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700" b="1">
                <a:solidFill>
                  <a:srgbClr val="FFFFFF"/>
                </a:solidFill>
              </a:defRPr>
            </a:pPr>
            <a:r>
              <a:t>Портал Центра АНОК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Учебный прототип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Вариант 15 — Университет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Flask + SQLite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1155680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700" b="1">
                <a:solidFill>
                  <a:srgbClr val="FFFFFF"/>
                </a:solidFill>
              </a:defRPr>
            </a:pPr>
            <a:r>
              <a:t>Назначение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Портал предназначен для просмотра учебных планов, дисциплин, стандартов ФГОС, образовательных программ и служебных записок.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Результат ограничен учебным прототипом.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1155680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700" b="1">
                <a:solidFill>
                  <a:srgbClr val="FFFFFF"/>
                </a:solidFill>
              </a:defRPr>
            </a:pPr>
            <a:r>
              <a:t>Используемый стек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Python 3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Flask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Jinja2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SQLite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HTML/CSS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Tailwind CSS и Font Awesome из CDN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1155680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700" b="1">
                <a:solidFill>
                  <a:srgbClr val="FFFFFF"/>
                </a:solidFill>
              </a:defRPr>
            </a:pPr>
            <a:r>
              <a:t>Данные SQLite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Демонстрационный набор: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• 1 образовательная программа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• 1 учебный план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• 51 дисциплина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• 3 стандарта ФГОС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• 4 служебные записки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• 13 компетенций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• 7 подразделений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1155680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700" b="1">
                <a:solidFill>
                  <a:srgbClr val="FFFFFF"/>
                </a:solidFill>
              </a:defRPr>
            </a:pPr>
            <a:r>
              <a:t>Разделы портала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Сводная панель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Учебные планы и дисциплины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Проверка ФГОС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Согласование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Служебные записки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Программы, стандарты, компетенции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Подразделения, объявления, аудит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1155680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700" b="1">
                <a:solidFill>
                  <a:srgbClr val="FFFFFF"/>
                </a:solidFill>
              </a:defRPr>
            </a:pPr>
            <a:r>
              <a:t>Работа с учебным планом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Пользователь открывает реестр, выбирает план и просматривает дисциплины по семестрам.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На странице отображаются статус, версия, трудоёмкость, часы и форма контроля.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1155680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700" b="1">
                <a:solidFill>
                  <a:srgbClr val="FFFFFF"/>
                </a:solidFill>
              </a:defRPr>
            </a:pPr>
            <a:r>
              <a:t>Запуск и проверка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Установка: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python -m pip install -r requirements.txt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Запуск: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python -m portal.app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Адрес: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http://127.0.0.1:5000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1155680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700" b="1">
                <a:solidFill>
                  <a:srgbClr val="FFFFFF"/>
                </a:solidFill>
              </a:defRPr>
            </a:pPr>
            <a:r>
              <a:t>Ограничения прототипа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Не реализованы:</a:t>
            </a:r>
          </a:p>
          <a:p>
            <a:pPr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• авторизация и проверка ролей;</a:t>
            </a:r>
          </a:p>
          <a:p>
            <a:pPr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• редактирование через формы;</a:t>
            </a:r>
          </a:p>
          <a:p>
            <a:pPr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• полноценный движок проверки ФГОС;</a:t>
            </a:r>
          </a:p>
          <a:p>
            <a:pPr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• квалифицированная ЭЦП;</a:t>
            </a:r>
          </a:p>
          <a:p>
            <a:pPr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• экспорт PDF/Excel;</a:t>
            </a:r>
          </a:p>
          <a:p>
            <a:pPr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• внешние интеграции.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1155680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700" b="1">
                <a:solidFill>
                  <a:srgbClr val="FFFFFF"/>
                </a:solidFill>
              </a:defRPr>
            </a:pPr>
            <a: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Подготовлен запускаемый локальный прототип портала АНОК.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Документация и презентация описывают только фактически реализованные возможности.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