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context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architectur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data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portal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fgos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visual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crypto_sign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analytics_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interactive_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testing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conclusion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Корпоративный портал университета — Модуль Центра АНОК (Вариант 15)</dc:title>
  <dc:subject/>
  <dc:creator>Соловьёв А.С., группа П-41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