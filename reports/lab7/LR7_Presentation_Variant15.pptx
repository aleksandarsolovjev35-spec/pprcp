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Портал Центра АНОК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Учебный прототип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Вариант 15 — Университет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PHP + MySQL/MariaDB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Просмотр учебных планов, дисциплин, стандартов ФГОС, программ и служебных записок.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Учебный прототип без промышленного документооборота.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PHP 8.1+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PDO MySQL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MySQL 8.0 или MariaDB 10.6+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HTML5 и CSS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Встроенный PHP-сервер для запуска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Демонстрационные таблицы: роли, пользователи, подразделения, стандарты, программы, планы, дисциплины, записки, согласование, компетенции и аудит.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Разделы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Сводная панель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Учебные планы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Проверка ФГОС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Согласование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Служебные записки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Программы, стандарты, компетенции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Подразделения, объявления, аудит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Запуск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Создать базу MySQL/MariaDB.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Выполнить database/schema.sql и database/seed.sql.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Запустить: php -S 127.0.0.1:8000 -t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Не реализованы: авторизация, редактирование через формы, полноценный RBAC, автоматический движок ФГОС, квалифицированная ЭЦП, экспорт и внешние интеграции.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Подготовлен учебный PHP-портал с MySQL/MariaDB и демонстрационными данными. Документы описывают фактический результат.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